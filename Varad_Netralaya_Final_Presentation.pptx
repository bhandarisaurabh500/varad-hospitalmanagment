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536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13248" y="457200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13248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563EB"/>
                </a:solidFill>
              </a:rPr>
              <a:t>V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VARAD NETRALAYA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D4BF"/>
                </a:solidFill>
              </a:rPr>
              <a:t>Advanced Eye Care &amp; Phaco Surgery Center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7448" y="3154680"/>
            <a:ext cx="27432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Official Website — Features &amp; Future Scope Proposal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What We Built  |  Technologies Used  |  What More We Can Deliver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04688" y="460857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PRESENTED TO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213590" y="471314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Dr. Raosaheb Kundlik Borude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3590" y="5115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D4BF"/>
                </a:solidFill>
              </a:rPr>
              <a:t>Senior Ophthalmologists — DOS, AIOS, MOS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0" y="5212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270248" y="5943600"/>
            <a:ext cx="3657600" cy="365760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70248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</a:rPr>
              <a:t>★ 4.9 Google Rating  •  439+ Reviews  •  Savedi, Ahilyanagar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92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VARAD </a:t>
            </a:r>
            <a:r>
              <a:rPr lang="en-US" sz="900" dirty="0">
                <a:solidFill>
                  <a:srgbClr val="2DD4BF"/>
                </a:solidFill>
              </a:rPr>
              <a:t>NETRALAYA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</a:rPr>
              <a:t>WHAT WE BUILT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Complete Website Features Delivered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286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8930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🏠 Premium Hero Section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Full-width hero banner with hospital logo, embedded YouTube video player, doctor names, 4.9★ Google rating badge, and animated call-to-action buttons.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ℹ️ About Us Page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Hospital history, vision, mission, and core values with smooth scroll animations and glassmorphism card design.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02666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🩺 6 Eye Treatment Service Cards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Cataract Surgery, Retina &amp; Diabetic Eye Care, Computerized Eye Testing, Automated Perimetry, Pediatric Eye Care, Refractive Correction.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89534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👨‍⚕️ Doctor Profile Cards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Detailed profiles of Dr. Smita Patare (DOS, AIOS, MOS) and Dr. Raosaheb Borude (MOS, AIOS) with qualifications, experience, and specialties.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76402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Live Animated Statistics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30,000+ Happy Patients, 18,000+ Successful Surgeries, 15+ Years Experience — numbers animate on scroll.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557784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563270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🛡️ Insurance &amp; Cashless Section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Zurich Kotak, Star Health, HDFC ERGO, ICICI Lombard, Niva Bupa, SBI General — full cashless information.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23444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128930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⭐ Google Reviews Carousel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15544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4.9★ patient testimonials from Google Reviews displayed in animated slider cards.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210312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0" y="215798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📸 Photo Gallery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2423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OPD rooms, operation theatre, diagnostic equipment, and consultation chambers showcase.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297180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0" y="302666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❓ Interactive FAQ Accordion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2918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6 frequently asked questions with expandable answers — timings, doctors, insurance, surgery info.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0" y="389534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📅 Online Appointment Booking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0" y="41605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Name, phone, date picker form + direct WhatsApp chat + click-to-call buttons.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470916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00800" y="476402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📞 Contact &amp; Google Maps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50292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Full address, phone numbers, email, working hours, and embedded Google Maps navigation link.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17920" y="557784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00800" y="563270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🦶 Professional Footer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0" y="58978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Quick links, eye specialties list, contact info, YouTube channel link, social media icons, copyright.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92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VARAD </a:t>
            </a:r>
            <a:r>
              <a:rPr lang="en-US" sz="900" dirty="0">
                <a:solidFill>
                  <a:srgbClr val="2DD4BF"/>
                </a:solidFill>
              </a:rPr>
              <a:t>NETRALAYA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</a:rPr>
              <a:t>LIVE PREVIEW — HOMEPAGE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Hero Section with YouTube Video &amp; Logo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7772400" cy="5029200"/>
          </a:xfrm>
          <a:prstGeom prst="roundRect">
            <a:avLst>
              <a:gd name="adj" fmla="val 2182"/>
            </a:avLst>
          </a:prstGeom>
          <a:solidFill>
            <a:srgbClr val="111827"/>
          </a:solidFill>
          <a:ln w="15240">
            <a:solidFill>
              <a:srgbClr val="2563EB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7589520" cy="4846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KEY HIGHLIGHTS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41248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HD Crystal-Clear Hospital Logo in circular golden badge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41248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Official YouTube video plays directly on website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412480" y="2514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4.9★ Google Rating badge with 439+ reviews count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41248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Doctor names and qualifications visible at first glance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41248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"Book Appointment" gradient CTA button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4124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"Watch Official Video" opens full-screen cinema modal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41248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YouTube Channel @VaradNetrayala subscribe link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41248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Light blue background with floating glassmorphism badges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412480" y="5532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▸ 100% responsive — works on mobile, tablet, desktop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92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VARAD </a:t>
            </a:r>
            <a:r>
              <a:rPr lang="en-US" sz="900" dirty="0">
                <a:solidFill>
                  <a:srgbClr val="2DD4BF"/>
                </a:solidFill>
              </a:rPr>
              <a:t>NETRALAYA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</a:rPr>
              <a:t>TECHNOLOGIES USED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Modern Tech Stack Powering The Website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286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4552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389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</a:rPr>
              <a:t>React 19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Framework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Component-based architecture for fast, dynamic user interfaces. Used by Facebook, Instagram, Netflix.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11274552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7157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Vite 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Build &amp; Dev Server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Ultra-fast build tool — website compiles in under 400ms. Instant hot-reload during development.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11274552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5240">
            <a:solidFill>
              <a:srgbClr val="0D9488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4041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Tailwind CSS v4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Styling Framework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Utility-first CSS for pixel-perfect responsive design. Clean, modern, and highly maintainable code.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257800"/>
            <a:ext cx="11274552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5367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</a:rPr>
              <a:t>Framer Motion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" y="5760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Animation Library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5440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Smooth scroll animations, hover effects, card transitions, and animated statistics counters.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92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VARAD </a:t>
            </a:r>
            <a:r>
              <a:rPr lang="en-US" sz="900" dirty="0">
                <a:solidFill>
                  <a:srgbClr val="2DD4BF"/>
                </a:solidFill>
              </a:rPr>
              <a:t>NETRALAYA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</a:rPr>
              <a:t>SPECIAL PREMIUM FEATURES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Makes This Website Stand Out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286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🌙  Dark / Light Mode Toggle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One-click switch between light mode and deep dark mode. The entire website transforms — comfortable for patients reading at night.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🎥  Direct YouTube Video Player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Your official YouTube video (a38nME-7Ocg) plays directly on the homepage. No need for patients to leave the website.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📺  YouTube Channel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Subscribe button links directly to youtube.com/@VaradNetrayala. Patients can follow your channel in one click.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521208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Floating WhatsApp Chat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Green WhatsApp icon always visible on screen. Patients tap it and chat directly with your reception desk.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🎨  3D Animated Preloader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6916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When the website loads, a spinning 3D animated Varad Netralaya logo appears with a glowing ring — premium first impression.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56032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100% Mobile Responsive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0175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Website looks perfect on phones, tablets, and desktops. Mobile menu drawer, touch-friendly buttons, optimized images.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88620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Smooth Scroll Animations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Every section fades in beautifully as you scroll down. Cards hover and lift on mouse interaction.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521208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2563EB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📍  Google Maps Direct Link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5669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Clicking the address opens Google Maps with Varad Netralaya's exact pin (4PCG+JR8, Savedi). Instant navigation.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92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VARAD </a:t>
            </a:r>
            <a:r>
              <a:rPr lang="en-US" sz="900" dirty="0">
                <a:solidFill>
                  <a:srgbClr val="2DD4BF"/>
                </a:solidFill>
              </a:rPr>
              <a:t>NETRALAYA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</a:rPr>
              <a:t>DARK MODE &amp; MOBILE 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Works Beautifully on Every Device &amp; Theme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7132320" cy="5029200"/>
          </a:xfrm>
          <a:prstGeom prst="roundRect">
            <a:avLst>
              <a:gd name="adj" fmla="val 2182"/>
            </a:avLst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6949440" cy="4846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0807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Dark Mode View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0" y="109728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15240">
            <a:solidFill>
              <a:srgbClr val="0D9488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0" y="1188720"/>
            <a:ext cx="3840480" cy="4846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0" y="6080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</a:rPr>
              <a:t>Mobile 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92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VARAD </a:t>
            </a:r>
            <a:r>
              <a:rPr lang="en-US" sz="900" dirty="0">
                <a:solidFill>
                  <a:srgbClr val="2DD4BF"/>
                </a:solidFill>
              </a:rPr>
              <a:t>NETRALAYA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WHAT MORE WE CAN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Services &amp; Growth Opportunities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2860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2563EB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Custom Domain &amp; Live Hosting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Launch the website on www.varadnetralaya.com with SSL security certificate and high-speed cloud hosting. Your own professional web address.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Android &amp; iOS Mobile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Dedicated Varad Netralaya mobile app on Google Play Store and Apple App Store — appointment booking, reports, push notifications.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💳  Online Payment Gateway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Accept OPD consultation fees online via Razorpay, PhonePe, Google Pay, or UPI. Patients pay before arriving.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521208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Admin Dashboard &amp; Patient CRM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Secure admin panel to manage appointments, patient records, daily reports, revenue tracking, and staff scheduling.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AI ChatBot (24/7 Support)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6916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Intelligent WhatsApp and website chatbot — answers OPD timings, doctor availability, surgery info, and books appointments automatically.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56032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Google Ads &amp; SEO Marketing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0175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Rank #1 on Google for "Eye Hospital Savedi", "Cataract Surgery Ahilyanagar". Run targeted Google and Facebook ads to attract patients.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88620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🔔  SMS &amp; WhatsApp Reminders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Automated appointment reminders, follow-up messages, and post-surgery care instructions sent via SMS and WhatsApp.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5212080"/>
            <a:ext cx="55778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🎬  YouTube Content &amp; Video Marketing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5669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Professional patient testimonial videos, doctor Q&amp;A sessions, and surgery explainer videos for @VaradNetrayala channel growth.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184648" y="640080"/>
            <a:ext cx="1645920" cy="1645920"/>
          </a:xfrm>
          <a:prstGeom prst="ellipse">
            <a:avLst/>
          </a:prstGeom>
          <a:solidFill>
            <a:srgbClr val="042F2E"/>
          </a:solidFill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84648" y="6400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DD4BF"/>
                </a:solidFill>
              </a:rPr>
              <a:t>✓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</a:rPr>
              <a:t>The website is live and ready for your review.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All changes and customizations can be made based on your feedback.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3931920"/>
            <a:ext cx="6153912" cy="16459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5240">
            <a:solidFill>
              <a:srgbClr val="0D9488"/>
            </a:solidFill>
            <a:prstDash val="solid"/>
          </a:ln>
          <a:effectLst>
            <a:outerShdw blurRad="38100" dist="127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17520" y="4023360"/>
            <a:ext cx="6153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LIVE DEMO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17520" y="4251960"/>
            <a:ext cx="6153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</a:rPr>
              <a:t>http://localhost:5173/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0" y="4754880"/>
            <a:ext cx="3959352" cy="18288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17520" y="4846320"/>
            <a:ext cx="6153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GitHub:  github.com/bhandarisaurabh500/Varad-HospitalManagment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5074920"/>
            <a:ext cx="6153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YouTube:  youtube.com/@VaradNetrayala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0" y="5303520"/>
            <a:ext cx="6153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Google Maps:  4PCG+JR8, Savedi, Ahilyanagar 414003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5943600"/>
            <a:ext cx="10360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Saurabh Bhandari  —  Full Stack Developer &amp; UI/UX Designer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We look forward to your feedback  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1093</Words>
  <Application>Microsoft Office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Varad Netralaya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Varad Netralaya — Official Website Proposal</dc:title>
  <dc:subject>PptxGenJS Presentation</dc:subject>
  <dc:creator>Saurabh Bhandari</dc:creator>
  <cp:lastModifiedBy>Saurabh Bhandari</cp:lastModifiedBy>
  <cp:revision>2</cp:revision>
  <dcterms:created xsi:type="dcterms:W3CDTF">2026-08-10T12:25:47Z</dcterms:created>
  <dcterms:modified xsi:type="dcterms:W3CDTF">2026-08-10T12:31:49Z</dcterms:modified>
</cp:coreProperties>
</file>